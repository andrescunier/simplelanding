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SIMPLE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Optimiza y simplifica tu operación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Vender no es el problema. Operar lo 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Solución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automatiza vender, cobrar y entregar.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Carrito, pagos, logística y WhatsApp integrados.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 cliente activo, 2 en integración.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sistema operativo del comercio.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