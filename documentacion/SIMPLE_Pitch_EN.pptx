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SIMPLE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Optimizing commerce 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Selling is not the problem. Operating 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Simple automates selling, payments and delivery.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Cart, payments, logistics and WhatsApp integrated.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 live customer, 2 onboarding.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operating system for commerce.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