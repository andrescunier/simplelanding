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 Deck - Proyecto Simple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Plataforma inteligente de publicación, venta, cobro y logística.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Propuesta de Valor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Automatización integral con IA: publicación, venta, cobro y logística.</a:t>
            </a:r>
          </a:p>
          <a:p>
            <a:r>
              <a:t>Optimización continua con datos propios.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💰 Modelo de Ingresos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Comisiones por transacción</a:t>
            </a:r>
          </a:p>
          <a:p>
            <a:r>
              <a:t>- Planes de suscripción</a:t>
            </a:r>
          </a:p>
          <a:p>
            <a:r>
              <a:t>- Publicidad segmentada</a:t>
            </a:r>
          </a:p>
          <a:p>
            <a:r>
              <a:t>- Monetización de logística y cobros</a:t>
            </a:r>
          </a:p>
          <a:p>
            <a:r>
              <a:t>- Venta de datos agregados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Integraciones Necesarias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Marketplaces: Amazon, MercadoLibre, Shopify</a:t>
            </a:r>
          </a:p>
          <a:p>
            <a:r>
              <a:t>- Redes Sociales: Instagram, Facebook, WhatsApp</a:t>
            </a:r>
          </a:p>
          <a:p>
            <a:r>
              <a:t>- Pagos/Logística: Stripe, MercadoPago, Andreani</a:t>
            </a:r>
          </a:p>
          <a:p>
            <a:r>
              <a:t>- ERP: Odoo, Zoho, SAP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Segmentación y Análisis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Google Analytics, Hotjar, Mixpanel</a:t>
            </a:r>
          </a:p>
          <a:p>
            <a:r>
              <a:t>- HubSpot, Salesforce</a:t>
            </a:r>
          </a:p>
          <a:p>
            <a:r>
              <a:t>- Google Trends, SEMrush</a:t>
            </a:r>
          </a:p>
          <a:p>
            <a:r>
              <a:t>- Clustering en Python/R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Fase 1 (Q2 2025): MVP</a:t>
            </a:r>
          </a:p>
          <a:p>
            <a:r>
              <a:t>Fase 2 (Q3 2025): Beta regional</a:t>
            </a:r>
          </a:p>
          <a:p>
            <a:r>
              <a:t>Fase 3 (Q4 2025): Expansión internacional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🌟 Visión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 el cerebro del comercio digital en América.</a:t>
            </a:r>
          </a:p>
          <a:p>
            <a:r>
              <a:t>Optimización total de la experiencia de compra-venta.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Estructura y Lógica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Vista estilo Instagram para publicaciones</a:t>
            </a:r>
          </a:p>
          <a:p>
            <a:r>
              <a:t>- Seguimiento de interacción por producto</a:t>
            </a:r>
          </a:p>
          <a:p>
            <a:r>
              <a:t>- Flujos automatizados en n8n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🧩 Casos de Uso Típicos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Caso 1: Vendedor independiente</a:t>
            </a:r>
          </a:p>
          <a:p>
            <a:r>
              <a:t>Caso 2: Tienda en expansión</a:t>
            </a:r>
          </a:p>
          <a:p>
            <a:r>
              <a:t>Caso 3: Marca regional con ERP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Equipo para el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Líder de proyecto</a:t>
            </a:r>
          </a:p>
          <a:p>
            <a:r>
              <a:t>- Full Stack Dev</a:t>
            </a:r>
          </a:p>
          <a:p>
            <a:r>
              <a:t>- Especialista IA</a:t>
            </a:r>
          </a:p>
          <a:p>
            <a:r>
              <a:t>- UX/UI</a:t>
            </a:r>
          </a:p>
          <a:p>
            <a:r>
              <a:t>- Analista de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